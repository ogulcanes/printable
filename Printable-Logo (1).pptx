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yatay logo — turuncu katmanlı P sembolü + Printable yazısı.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sembol — Instagram profil fotoğrafı versiyonu.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Açık arka plan — dikey kilit (sembol üstte, yazı altta).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Koyu arka plan — kırık beyaz yazı, turuncu sembol.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renk siyah-beyaz versiyon — pozitif ve negatif kullanım.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2026-06-24T19:01:13Z</dcterms:created>
  <dcterms:modified xsi:type="dcterms:W3CDTF">2026-06-24T19:01:13Z</dcterms:modified>
</cp:coreProperties>
</file>